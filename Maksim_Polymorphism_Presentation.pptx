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0"/>
  </p:notesMasterIdLst>
  <p:handoutMasterIdLst>
    <p:handoutMasterId r:id="rId21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3" name="Date Placeholder 2"/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4" name="Footer Placeholder 3"/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5" name="Slide Number Placeholder 4"/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66B3C760-2CF8-47F8-8202-F3F75154B2A7}" type="slidenum">
              <a:t>‹#›</a:t>
            </a:fld>
            <a:endParaRPr lang="en-US" sz="14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21126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b="1" kern="1200"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b="1" kern="1200"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b="1" kern="1200"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b="1" kern="1200"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fld id="{A5918084-6BC1-4976-8B64-C391B1B6601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55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latin typeface="Noto Sans" pitchFamily="34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E8FDE92-64A0-4C8C-A51F-F9679F7366AE}" type="slidenum">
              <a:t>1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>
              <a:solidFill>
                <a:srgbClr val="2C3E50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8B46591-050F-446B-AD42-ADBCD09AE281}" type="slidenum">
              <a:t>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B75ABF0-CD38-476F-A104-CA21C1045B5D}" type="slidenum">
              <a:t>3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62B3A57-DD47-4253-8BE6-42C00328EC5E}" type="slidenum">
              <a:t>4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456645D-0302-4E2C-88CB-EBB1B16D11D6}" type="slidenum">
              <a:t>5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2AD325F-396A-41EE-8336-0EF362944F35}" type="slidenum">
              <a:t>6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2CA3FB1-C83E-4664-95B2-C840E545EE9E}" type="slidenum">
              <a:t>7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6C7E49C-7C02-4867-97E8-83D07043C9D4}" type="slidenum">
              <a:t>8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1322BD9-7A68-4175-9395-B9A8FCDBAB95}" type="slidenum">
              <a:t>9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12A9A2E-9051-4578-AD82-FE4FE39C9059}" type="slidenum">
              <a:t>10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7DB33FC-3548-4BEB-90D8-27B498BD3182}" type="slidenum">
              <a:t>11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BF5517E-AEE3-4905-9BDB-C079B6B8E3C7}" type="slidenum">
              <a:t>12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A3C8B08-574A-4A73-86BD-1C7B148931CA}" type="slidenum">
              <a:t>13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DD592A6-0FF9-4B16-8EAD-052A757E53D5}" type="slidenum">
              <a:t>14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962470F-0DFC-4C71-B409-70AF294D5014}" type="slidenum">
              <a:t>15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7DC861E-53A1-43BA-AF33-C0E5DB80900E}" type="slidenum">
              <a:t>16</a:t>
            </a:fld>
            <a:endParaRPr lang="en-US"/>
          </a:p>
        </p:txBody>
      </p:sp>
      <p:sp>
        <p:nvSpPr>
          <p:cNvPr id="2" name="Slide Image Placeholder 1"/>
          <p:cNvSpPr>
            <a:spLocks noGrp="1" noRot="1" noChangeAspect="1" noResize="1"/>
          </p:cNvSpPr>
          <p:nvPr>
            <p:ph type="sldImg"/>
          </p:nvPr>
        </p:nvSpPr>
        <p:spPr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756000" y="5078520"/>
            <a:ext cx="6048000" cy="4811040"/>
          </a:xfrm>
        </p:spPr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946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14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95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363" y="1484313"/>
            <a:ext cx="4603750" cy="37814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6513" y="1484313"/>
            <a:ext cx="4603750" cy="378142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0497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361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49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104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25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9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117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80288" y="225425"/>
            <a:ext cx="2339975" cy="50403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0363" y="225425"/>
            <a:ext cx="6867525" cy="504031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93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AE1DE6F-F4C5-4EA5-9C72-FB47484D80D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667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06AAC23-688D-4C88-BD08-038B8CD353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4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A5974C8-2C2D-4191-A4B4-A3753A1C68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990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363" y="3914775"/>
            <a:ext cx="4603750" cy="14859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6513" y="3914775"/>
            <a:ext cx="4603750" cy="14859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4C4F0C10-B472-4066-8FE7-1EA1948AC5C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0486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041AB50-D6C5-4258-BAE9-B05C39E2FC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5647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3207015-0113-4BEC-8649-947F6EF6DC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502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3D5CD695-044A-4557-BD67-77534223D7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096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EF1175A-B20B-4F8B-97D2-3F54AB4A59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7826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7D657B7-C411-4F93-A525-CA22EB96142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2686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D7201CD-536A-4D39-B963-6EFDB39AA05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654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80288" y="2835275"/>
            <a:ext cx="2339975" cy="256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0363" y="2835275"/>
            <a:ext cx="6867525" cy="25654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288D18F-A440-4787-AC53-CB966C2297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076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0475" y="928688"/>
            <a:ext cx="7559675" cy="19732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9675" cy="137001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C5CF7A5-2FCF-4888-9D65-D98E86D4B54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134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61A5DA8-9C82-4316-A4A9-21BC279ADF6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891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388" y="1414463"/>
            <a:ext cx="8694737" cy="23574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4737" cy="124142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3C6662F-98CD-4425-B2AC-35906059ADB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4153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19475" y="3240088"/>
            <a:ext cx="3073400" cy="16192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5275" y="3240088"/>
            <a:ext cx="3074988" cy="161925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52F97F3-56BF-43AE-B29A-5382944AEA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787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01625"/>
            <a:ext cx="8694737" cy="10969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738" y="1390650"/>
            <a:ext cx="426561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3738" y="2071688"/>
            <a:ext cx="426561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03813" y="1390650"/>
            <a:ext cx="4284662" cy="68103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03813" y="2071688"/>
            <a:ext cx="4284662" cy="304641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283E51F-5933-480C-80CC-468F2A3A2FA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4932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C2D53627-BEC6-452F-8FCF-87922856652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003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8976A09-449F-46B5-94DD-BB525181E9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904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4FA67C-DFE1-4C47-8147-7B2AA94792D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944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3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86250" y="815975"/>
            <a:ext cx="5102225" cy="403066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738" y="1701800"/>
            <a:ext cx="3251200" cy="3151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6EEF4CD-C2AD-49BC-8523-BA37D6BDB47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0450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54D88E8-4A6D-4E02-8487-CFD2E7D8C71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965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6075" y="1484313"/>
            <a:ext cx="1754188" cy="33750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00338" y="1484313"/>
            <a:ext cx="5113337" cy="3375025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91317D6-B27E-43E3-BBD5-51663EF23C1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>
            <a:spLocks noMove="1" noResize="1"/>
          </p:cNvSpPr>
          <p:nvPr/>
        </p:nvSpPr>
        <p:spPr>
          <a:xfrm>
            <a:off x="0" y="5400000"/>
            <a:ext cx="10080000" cy="27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C3E50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10080000" cy="121499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C3E50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4" name="Title Placeholder 3"/>
          <p:cNvSpPr txBox="1">
            <a:spLocks noGrp="1"/>
          </p:cNvSpPr>
          <p:nvPr>
            <p:ph type="title"/>
          </p:nvPr>
        </p:nvSpPr>
        <p:spPr>
          <a:xfrm>
            <a:off x="360000" y="225720"/>
            <a:ext cx="9360000" cy="71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/>
          <a:p>
            <a:endParaRPr lang="en-US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1"/>
          </p:nvPr>
        </p:nvSpPr>
        <p:spPr>
          <a:xfrm>
            <a:off x="360000" y="1484999"/>
            <a:ext cx="9360000" cy="378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 txBox="1">
            <a:spLocks noGrp="1"/>
          </p:cNvSpPr>
          <p:nvPr>
            <p:ph type="dt" sz="half" idx="2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l" rtl="0" hangingPunct="0">
              <a:buNone/>
              <a:tabLst/>
              <a:defRPr lang="en-US" sz="1800" b="1" kern="1200"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Footer Placeholder 6"/>
          <p:cNvSpPr txBox="1">
            <a:spLocks noGrp="1"/>
          </p:cNvSpPr>
          <p:nvPr>
            <p:ph type="ftr" sz="quarter" idx="3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800" b="1" kern="1200"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9315000" y="5175000"/>
            <a:ext cx="450000" cy="450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*/ 5419351 1 1725033"/>
              <a:gd name="f6" fmla="*/ 10800 10800 1"/>
              <a:gd name="f7" fmla="+- 0 0 0"/>
              <a:gd name="f8" fmla="+- 0 0 360"/>
              <a:gd name="f9" fmla="val 10800"/>
              <a:gd name="f10" fmla="*/ f3 1 21600"/>
              <a:gd name="f11" fmla="*/ f4 1 21600"/>
              <a:gd name="f12" fmla="*/ 0 f5 1"/>
              <a:gd name="f13" fmla="*/ f7 f0 1"/>
              <a:gd name="f14" fmla="*/ f8 f0 1"/>
              <a:gd name="f15" fmla="*/ 3163 f10 1"/>
              <a:gd name="f16" fmla="*/ 18437 f10 1"/>
              <a:gd name="f17" fmla="*/ 18437 f11 1"/>
              <a:gd name="f18" fmla="*/ 3163 f11 1"/>
              <a:gd name="f19" fmla="*/ f12 1 f2"/>
              <a:gd name="f20" fmla="*/ f13 1 f2"/>
              <a:gd name="f21" fmla="*/ f14 1 f2"/>
              <a:gd name="f22" fmla="*/ 10800 f10 1"/>
              <a:gd name="f23" fmla="*/ 0 f11 1"/>
              <a:gd name="f24" fmla="*/ 0 f10 1"/>
              <a:gd name="f25" fmla="*/ 10800 f11 1"/>
              <a:gd name="f26" fmla="*/ 21600 f11 1"/>
              <a:gd name="f27" fmla="*/ 21600 f10 1"/>
              <a:gd name="f28" fmla="+- 0 0 f19"/>
              <a:gd name="f29" fmla="+- f20 0 f1"/>
              <a:gd name="f30" fmla="+- f21 0 f1"/>
              <a:gd name="f31" fmla="*/ f28 f0 1"/>
              <a:gd name="f32" fmla="+- f30 0 f29"/>
              <a:gd name="f33" fmla="*/ f31 1 f5"/>
              <a:gd name="f34" fmla="+- f33 0 f1"/>
              <a:gd name="f35" fmla="cos 1 f34"/>
              <a:gd name="f36" fmla="sin 1 f34"/>
              <a:gd name="f37" fmla="+- 0 0 f35"/>
              <a:gd name="f38" fmla="+- 0 0 f36"/>
              <a:gd name="f39" fmla="*/ 10800 f37 1"/>
              <a:gd name="f40" fmla="*/ 10800 f38 1"/>
              <a:gd name="f41" fmla="*/ f39 f39 1"/>
              <a:gd name="f42" fmla="*/ f40 f40 1"/>
              <a:gd name="f43" fmla="+- f41 f42 0"/>
              <a:gd name="f44" fmla="sqrt f43"/>
              <a:gd name="f45" fmla="*/ f6 1 f44"/>
              <a:gd name="f46" fmla="*/ f37 f45 1"/>
              <a:gd name="f47" fmla="*/ f38 f45 1"/>
              <a:gd name="f48" fmla="+- 10800 0 f46"/>
              <a:gd name="f49" fmla="+- 10800 0 f47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22" y="f23"/>
              </a:cxn>
              <a:cxn ang="f29">
                <a:pos x="f15" y="f18"/>
              </a:cxn>
              <a:cxn ang="f29">
                <a:pos x="f24" y="f25"/>
              </a:cxn>
              <a:cxn ang="f29">
                <a:pos x="f15" y="f17"/>
              </a:cxn>
              <a:cxn ang="f29">
                <a:pos x="f22" y="f26"/>
              </a:cxn>
              <a:cxn ang="f29">
                <a:pos x="f16" y="f17"/>
              </a:cxn>
              <a:cxn ang="f29">
                <a:pos x="f27" y="f25"/>
              </a:cxn>
              <a:cxn ang="f29">
                <a:pos x="f16" y="f18"/>
              </a:cxn>
            </a:cxnLst>
            <a:rect l="f15" t="f18" r="f16" b="f17"/>
            <a:pathLst>
              <a:path w="21600" h="21600">
                <a:moveTo>
                  <a:pt x="f48" y="f49"/>
                </a:moveTo>
                <a:arcTo wR="f9" hR="f9" stAng="f29" swAng="f32"/>
                <a:close/>
              </a:path>
            </a:pathLst>
          </a:custGeom>
          <a:solidFill>
            <a:srgbClr val="1ABC9C"/>
          </a:solidFill>
          <a:ln w="10800">
            <a:solidFill>
              <a:srgbClr val="1ABC9C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 anchorCtr="0">
            <a:noAutofit/>
          </a:bodyPr>
          <a:lstStyle/>
          <a:p>
            <a:pPr lvl="0" algn="ctr" rtl="0" hangingPunct="0">
              <a:buNone/>
              <a:tabLst/>
            </a:pPr>
            <a:fld id="{F476D1B4-1F6D-4C1E-BCB5-948E988919A9}" type="slidenum">
              <a:t>‹#›</a:t>
            </a:fld>
            <a:endParaRPr lang="en-US" sz="1800" b="1" kern="1200">
              <a:solidFill>
                <a:srgbClr val="FFFFFF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rtl="0" hangingPunct="1">
        <a:tabLst/>
        <a:defRPr lang="en-US" sz="2700" b="1" i="0" u="none" strike="noStrike" kern="1200" cap="none">
          <a:ln>
            <a:noFill/>
          </a:ln>
          <a:solidFill>
            <a:srgbClr val="FFFFFF"/>
          </a:solidFill>
          <a:latin typeface="Noto Sans" pitchFamily="34"/>
        </a:defRPr>
      </a:lvl1pPr>
    </p:titleStyle>
    <p:bodyStyle>
      <a:lvl1pPr marL="0" marR="0" indent="0" rtl="0" hangingPunct="1">
        <a:spcBef>
          <a:spcPts val="0"/>
        </a:spcBef>
        <a:spcAft>
          <a:spcPts val="1057"/>
        </a:spcAft>
        <a:tabLst/>
        <a:defRPr lang="en-US" sz="2400" b="1" i="0" u="none" strike="noStrike" kern="1200" cap="none">
          <a:ln>
            <a:noFill/>
          </a:ln>
          <a:solidFill>
            <a:srgbClr val="2C3E50"/>
          </a:solidFill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0080000" cy="567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C3E50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10080000" cy="378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1ABC9C"/>
          </a:solidFill>
          <a:ln w="10800">
            <a:solidFill>
              <a:srgbClr val="1ABC9C"/>
            </a:solidFill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4" name="Title Placeholder 3"/>
          <p:cNvSpPr txBox="1">
            <a:spLocks noGrp="1"/>
          </p:cNvSpPr>
          <p:nvPr>
            <p:ph type="title"/>
          </p:nvPr>
        </p:nvSpPr>
        <p:spPr>
          <a:xfrm>
            <a:off x="360000" y="2835000"/>
            <a:ext cx="9360000" cy="718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endParaRPr lang="en-US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1"/>
          </p:nvPr>
        </p:nvSpPr>
        <p:spPr>
          <a:xfrm>
            <a:off x="360000" y="3915000"/>
            <a:ext cx="9360000" cy="14849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 txBox="1">
            <a:spLocks noGrp="1"/>
          </p:cNvSpPr>
          <p:nvPr>
            <p:ph type="dt" sz="half" idx="2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l" rtl="0" hangingPunct="0">
              <a:buNone/>
              <a:tabLst/>
              <a:defRPr lang="en-US" sz="1800" b="1" kern="1200"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Footer Placeholder 6"/>
          <p:cNvSpPr txBox="1">
            <a:spLocks noGrp="1"/>
          </p:cNvSpPr>
          <p:nvPr>
            <p:ph type="ftr" sz="quarter" idx="3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800" b="1" kern="1200"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lide Number Placeholder 7"/>
          <p:cNvSpPr txBox="1">
            <a:spLocks noGrp="1"/>
          </p:cNvSpPr>
          <p:nvPr>
            <p:ph type="sldNum" sz="quarter" idx="4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 anchorCtr="0">
            <a:noAutofit/>
          </a:bodyPr>
          <a:lstStyle>
            <a:lvl1pPr lvl="0" algn="ctr" rtl="0" hangingPunct="0">
              <a:buNone/>
              <a:tabLst/>
              <a:defRPr lang="en-US" sz="1800" b="1" kern="1200"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fld id="{5A7A2B35-017F-4205-87AD-BB353A364A9B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hangingPunct="1">
        <a:lnSpc>
          <a:spcPct val="150000"/>
        </a:lnSpc>
        <a:tabLst/>
        <a:defRPr lang="en-US" sz="2700" b="1" i="0" u="none" strike="noStrike" kern="1200" cap="none">
          <a:ln>
            <a:noFill/>
          </a:ln>
          <a:solidFill>
            <a:srgbClr val="FFFFFF"/>
          </a:solidFill>
          <a:latin typeface="Noto Sans" pitchFamily="34"/>
        </a:defRPr>
      </a:lvl1pPr>
    </p:titleStyle>
    <p:bodyStyle>
      <a:lvl1pPr marL="0" marR="0" indent="0" algn="l" rtl="0" hangingPunct="1">
        <a:spcBef>
          <a:spcPts val="0"/>
        </a:spcBef>
        <a:spcAft>
          <a:spcPts val="655"/>
        </a:spcAft>
        <a:tabLst/>
        <a:defRPr lang="en-US" sz="1500" b="0" i="0" u="none" strike="noStrike" kern="1200" cap="none">
          <a:ln>
            <a:noFill/>
          </a:ln>
          <a:solidFill>
            <a:srgbClr val="FFFFFF"/>
          </a:solidFill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0" y="0"/>
            <a:ext cx="10080000" cy="567000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2C3E50"/>
          </a:solidFill>
          <a:ln>
            <a:noFill/>
            <a:prstDash val="solid"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2520000" y="1350000"/>
            <a:ext cx="5040000" cy="1890000"/>
          </a:xfrm>
          <a:custGeom>
            <a:avLst>
              <a:gd name="f0" fmla="val 3449"/>
              <a:gd name="f1" fmla="val 3951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+- 0 0 1"/>
              <a:gd name="f10" fmla="val -2147483647"/>
              <a:gd name="f11" fmla="val 2147483647"/>
              <a:gd name="f12" fmla="val 3590"/>
              <a:gd name="f13" fmla="val 8970"/>
              <a:gd name="f14" fmla="val 12630"/>
              <a:gd name="f15" fmla="val 18010"/>
              <a:gd name="f16" fmla="+- 0 0 0"/>
              <a:gd name="f17" fmla="*/ f5 1 21600"/>
              <a:gd name="f18" fmla="*/ f6 1 21600"/>
              <a:gd name="f19" fmla="pin -2147483647 f0 2147483647"/>
              <a:gd name="f20" fmla="pin -2147483647 f1 2147483647"/>
              <a:gd name="f21" fmla="*/ f16 f2 1"/>
              <a:gd name="f22" fmla="+- f19 0 10800"/>
              <a:gd name="f23" fmla="+- f20 0 10800"/>
              <a:gd name="f24" fmla="+- f20 0 21600"/>
              <a:gd name="f25" fmla="+- f19 0 21600"/>
              <a:gd name="f26" fmla="val f19"/>
              <a:gd name="f27" fmla="val f20"/>
              <a:gd name="f28" fmla="*/ f19 f17 1"/>
              <a:gd name="f29" fmla="*/ f20 f18 1"/>
              <a:gd name="f30" fmla="*/ 0 f17 1"/>
              <a:gd name="f31" fmla="*/ 21600 f17 1"/>
              <a:gd name="f32" fmla="*/ 21600 f18 1"/>
              <a:gd name="f33" fmla="*/ 0 f18 1"/>
              <a:gd name="f34" fmla="*/ 10800 f17 1"/>
              <a:gd name="f35" fmla="*/ f21 1 f4"/>
              <a:gd name="f36" fmla="*/ 10800 f18 1"/>
              <a:gd name="f37" fmla="abs f22"/>
              <a:gd name="f38" fmla="abs f23"/>
              <a:gd name="f39" fmla="+- f35 0 f3"/>
              <a:gd name="f40" fmla="*/ f26 f17 1"/>
              <a:gd name="f41" fmla="*/ f27 f18 1"/>
              <a:gd name="f42" fmla="+- f37 0 f38"/>
              <a:gd name="f43" fmla="+- f38 0 f37"/>
              <a:gd name="f44" fmla="?: f23 f9 f42"/>
              <a:gd name="f45" fmla="?: f23 f42 f9"/>
              <a:gd name="f46" fmla="?: f22 f9 f43"/>
              <a:gd name="f47" fmla="?: f22 f43 f9"/>
              <a:gd name="f48" fmla="?: f19 f9 f44"/>
              <a:gd name="f49" fmla="?: f19 f9 f45"/>
              <a:gd name="f50" fmla="?: f24 f46 f9"/>
              <a:gd name="f51" fmla="?: f24 f47 f9"/>
              <a:gd name="f52" fmla="?: f25 f45 f9"/>
              <a:gd name="f53" fmla="?: f25 f44 f9"/>
              <a:gd name="f54" fmla="?: f20 f9 f47"/>
              <a:gd name="f55" fmla="?: f20 f9 f46"/>
              <a:gd name="f56" fmla="?: f48 f19 0"/>
              <a:gd name="f57" fmla="?: f48 f20 6280"/>
              <a:gd name="f58" fmla="?: f49 f19 0"/>
              <a:gd name="f59" fmla="?: f49 f20 15320"/>
              <a:gd name="f60" fmla="?: f50 f19 6280"/>
              <a:gd name="f61" fmla="?: f50 f20 21600"/>
              <a:gd name="f62" fmla="?: f51 f19 15320"/>
              <a:gd name="f63" fmla="?: f51 f20 21600"/>
              <a:gd name="f64" fmla="?: f52 f19 21600"/>
              <a:gd name="f65" fmla="?: f52 f20 15320"/>
              <a:gd name="f66" fmla="?: f53 f19 21600"/>
              <a:gd name="f67" fmla="?: f53 f20 6280"/>
              <a:gd name="f68" fmla="?: f54 f19 15320"/>
              <a:gd name="f69" fmla="?: f54 f20 0"/>
              <a:gd name="f70" fmla="?: f55 f19 6280"/>
              <a:gd name="f71" fmla="?: f55 f20 0"/>
            </a:gdLst>
            <a:ahLst>
              <a:ahXY gdRefX="f0" minX="f10" maxX="f11" gdRefY="f1" minY="f10" maxY="f11">
                <a:pos x="f28" y="f29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9">
                <a:pos x="f34" y="f33"/>
              </a:cxn>
              <a:cxn ang="f39">
                <a:pos x="f30" y="f36"/>
              </a:cxn>
              <a:cxn ang="f39">
                <a:pos x="f34" y="f32"/>
              </a:cxn>
              <a:cxn ang="f39">
                <a:pos x="f31" y="f36"/>
              </a:cxn>
              <a:cxn ang="f39">
                <a:pos x="f40" y="f41"/>
              </a:cxn>
            </a:cxnLst>
            <a:rect l="f30" t="f33" r="f31" b="f32"/>
            <a:pathLst>
              <a:path w="21600" h="21600">
                <a:moveTo>
                  <a:pt x="f7" y="f7"/>
                </a:moveTo>
                <a:lnTo>
                  <a:pt x="f7" y="f12"/>
                </a:lnTo>
                <a:lnTo>
                  <a:pt x="f56" y="f57"/>
                </a:lnTo>
                <a:lnTo>
                  <a:pt x="f7" y="f13"/>
                </a:lnTo>
                <a:lnTo>
                  <a:pt x="f7" y="f14"/>
                </a:lnTo>
                <a:lnTo>
                  <a:pt x="f58" y="f59"/>
                </a:lnTo>
                <a:lnTo>
                  <a:pt x="f7" y="f15"/>
                </a:lnTo>
                <a:lnTo>
                  <a:pt x="f7" y="f8"/>
                </a:lnTo>
                <a:lnTo>
                  <a:pt x="f12" y="f8"/>
                </a:lnTo>
                <a:lnTo>
                  <a:pt x="f60" y="f61"/>
                </a:lnTo>
                <a:lnTo>
                  <a:pt x="f13" y="f8"/>
                </a:lnTo>
                <a:lnTo>
                  <a:pt x="f14" y="f8"/>
                </a:lnTo>
                <a:lnTo>
                  <a:pt x="f62" y="f63"/>
                </a:lnTo>
                <a:lnTo>
                  <a:pt x="f15" y="f8"/>
                </a:lnTo>
                <a:lnTo>
                  <a:pt x="f8" y="f8"/>
                </a:lnTo>
                <a:lnTo>
                  <a:pt x="f8" y="f15"/>
                </a:lnTo>
                <a:lnTo>
                  <a:pt x="f64" y="f65"/>
                </a:lnTo>
                <a:lnTo>
                  <a:pt x="f8" y="f14"/>
                </a:lnTo>
                <a:lnTo>
                  <a:pt x="f8" y="f13"/>
                </a:lnTo>
                <a:lnTo>
                  <a:pt x="f66" y="f67"/>
                </a:lnTo>
                <a:lnTo>
                  <a:pt x="f8" y="f12"/>
                </a:lnTo>
                <a:lnTo>
                  <a:pt x="f8" y="f7"/>
                </a:lnTo>
                <a:lnTo>
                  <a:pt x="f15" y="f7"/>
                </a:lnTo>
                <a:lnTo>
                  <a:pt x="f68" y="f69"/>
                </a:lnTo>
                <a:lnTo>
                  <a:pt x="f14" y="f7"/>
                </a:lnTo>
                <a:lnTo>
                  <a:pt x="f13" y="f7"/>
                </a:lnTo>
                <a:lnTo>
                  <a:pt x="f70" y="f71"/>
                </a:lnTo>
                <a:lnTo>
                  <a:pt x="f12" y="f7"/>
                </a:lnTo>
                <a:lnTo>
                  <a:pt x="f7" y="f7"/>
                </a:lnTo>
                <a:close/>
              </a:path>
            </a:pathLst>
          </a:custGeom>
          <a:solidFill>
            <a:srgbClr val="FFFFFF"/>
          </a:solidFill>
          <a:ln w="72000">
            <a:solidFill>
              <a:srgbClr val="1ABC9C"/>
            </a:solidFill>
            <a:prstDash val="solid"/>
          </a:ln>
        </p:spPr>
        <p:txBody>
          <a:bodyPr vert="horz" wrap="none" lIns="120600" tIns="75600" rIns="120600" bIns="75600" anchor="ctr" anchorCtr="0" compatLnSpc="0">
            <a:noAutofit/>
          </a:bodyPr>
          <a:lstStyle/>
          <a:p>
            <a:pPr marL="0" marR="0" lvl="0" indent="0" algn="ct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4" name="Title Placeholder 3"/>
          <p:cNvSpPr txBox="1">
            <a:spLocks noGrp="1"/>
          </p:cNvSpPr>
          <p:nvPr>
            <p:ph type="title"/>
          </p:nvPr>
        </p:nvSpPr>
        <p:spPr>
          <a:xfrm>
            <a:off x="2700000" y="1484999"/>
            <a:ext cx="4680000" cy="16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1">
            <a:noAutofit/>
          </a:bodyPr>
          <a:lstStyle/>
          <a:p>
            <a:endParaRPr lang="en-US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1"/>
          </p:nvPr>
        </p:nvSpPr>
        <p:spPr>
          <a:xfrm>
            <a:off x="3420000" y="3240000"/>
            <a:ext cx="6300000" cy="162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5"/>
          <p:cNvSpPr txBox="1">
            <a:spLocks noGrp="1"/>
          </p:cNvSpPr>
          <p:nvPr>
            <p:ph type="dt" sz="half" idx="2"/>
          </p:nvPr>
        </p:nvSpPr>
        <p:spPr>
          <a:xfrm>
            <a:off x="360000" y="5400000"/>
            <a:ext cx="2880000" cy="27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l" rtl="0" hangingPunct="0">
              <a:buNone/>
              <a:tabLst/>
              <a:defRPr lang="en-US" sz="1800" b="1" kern="1200"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Footer Placeholder 6"/>
          <p:cNvSpPr txBox="1">
            <a:spLocks noGrp="1"/>
          </p:cNvSpPr>
          <p:nvPr>
            <p:ph type="ftr" sz="quarter" idx="3"/>
          </p:nvPr>
        </p:nvSpPr>
        <p:spPr>
          <a:xfrm>
            <a:off x="3420000" y="5400000"/>
            <a:ext cx="3240000" cy="27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800" b="1" kern="1200"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lide Number Placeholder 7"/>
          <p:cNvSpPr txBox="1">
            <a:spLocks noGrp="1"/>
          </p:cNvSpPr>
          <p:nvPr>
            <p:ph type="sldNum" sz="quarter" idx="4"/>
          </p:nvPr>
        </p:nvSpPr>
        <p:spPr>
          <a:xfrm>
            <a:off x="9180000" y="5130000"/>
            <a:ext cx="720000" cy="540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 anchorCtr="0">
            <a:noAutofit/>
          </a:bodyPr>
          <a:lstStyle>
            <a:lvl1pPr lvl="0" algn="ctr" rtl="0" hangingPunct="0">
              <a:buNone/>
              <a:tabLst/>
              <a:defRPr lang="en-US" sz="1800" b="1" kern="1200"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defRPr>
            </a:lvl1pPr>
          </a:lstStyle>
          <a:p>
            <a:pPr lvl="0"/>
            <a:fld id="{D075B1F7-2CCF-43DC-8278-DA291C040795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hangingPunct="1">
        <a:lnSpc>
          <a:spcPct val="100000"/>
        </a:lnSpc>
        <a:tabLst/>
        <a:defRPr lang="en-US" sz="2700" b="1" i="0" u="none" strike="noStrike" kern="1200" cap="none">
          <a:ln>
            <a:noFill/>
          </a:ln>
          <a:solidFill>
            <a:srgbClr val="2C3E50"/>
          </a:solidFill>
          <a:latin typeface="Noto Sans" pitchFamily="34"/>
        </a:defRPr>
      </a:lvl1pPr>
    </p:titleStyle>
    <p:bodyStyle>
      <a:lvl1pPr marL="0" marR="0" indent="0" algn="l" rtl="0" hangingPunct="1">
        <a:spcBef>
          <a:spcPts val="0"/>
        </a:spcBef>
        <a:spcAft>
          <a:spcPts val="655"/>
        </a:spcAft>
        <a:tabLst/>
        <a:defRPr lang="en-US" sz="1500" b="0" i="0" u="none" strike="noStrike" kern="1200" cap="none">
          <a:ln>
            <a:noFill/>
          </a:ln>
          <a:solidFill>
            <a:srgbClr val="FFFFFF"/>
          </a:solidFill>
          <a:latin typeface="Noto Sans" pitchFamily="34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86000"/>
            <a:ext cx="9360000" cy="1090440"/>
          </a:xfrm>
        </p:spPr>
        <p:txBody>
          <a:bodyPr vert="horz">
            <a:spAutoFit/>
          </a:bodyPr>
          <a:lstStyle/>
          <a:p>
            <a:pPr lvl="0"/>
            <a:r>
              <a:rPr lang="en-US" sz="4200"/>
              <a:t>PHP-дегі Полиморфизм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799" y="4253040"/>
            <a:ext cx="3429000" cy="12333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>
                <a:solidFill>
                  <a:srgbClr val="FFFFFF"/>
                </a:solidFill>
              </a:defRPr>
            </a:pPr>
            <a:r>
              <a:rPr lang="en-US" sz="1600" b="1" i="0" u="none" strike="noStrike" kern="1200" cap="none">
                <a:ln>
                  <a:noFill/>
                </a:ln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rPr>
              <a:t>Орындаған: </a:t>
            </a:r>
            <a:r>
              <a:rPr lang="en-US" sz="16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rPr>
              <a:t>Бирюков Максим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>
                <a:solidFill>
                  <a:srgbClr val="FFFFFF"/>
                </a:solidFill>
              </a:defRPr>
            </a:pPr>
            <a:r>
              <a:rPr lang="en-US" sz="1600" b="1" i="0" u="none" strike="noStrike" kern="1200" cap="none">
                <a:ln>
                  <a:noFill/>
                </a:ln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rPr>
              <a:t>Тексерген:</a:t>
            </a:r>
            <a:r>
              <a:rPr lang="en-US" sz="16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rPr>
              <a:t> Сейілхан Айтжан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>
                <a:solidFill>
                  <a:srgbClr val="FFFFFF"/>
                </a:solidFill>
              </a:defRPr>
            </a:pPr>
            <a:r>
              <a:rPr lang="en-US" sz="1600" b="1" i="0" u="none" strike="noStrike" kern="1200" cap="none">
                <a:ln>
                  <a:noFill/>
                </a:ln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rPr>
              <a:t>Топ:</a:t>
            </a:r>
            <a:r>
              <a:rPr lang="en-US" sz="1600" b="0" i="0" u="none" strike="noStrike" kern="1200" cap="none">
                <a:ln>
                  <a:noFill/>
                </a:ln>
                <a:solidFill>
                  <a:srgbClr val="FFFFFF"/>
                </a:solidFill>
                <a:latin typeface="Noto Sans" pitchFamily="34"/>
                <a:ea typeface="DejaVu Sans" pitchFamily="2"/>
                <a:cs typeface="DejaVu Sans" pitchFamily="2"/>
              </a:rPr>
              <a:t> ETB-0923-2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>
                <a:solidFill>
                  <a:srgbClr val="FFFFFF"/>
                </a:solidFill>
              </a:defRPr>
            </a:pPr>
            <a:endParaRPr lang="en-US" sz="1000" b="0" i="0" u="none" strike="noStrike" kern="1200" cap="none">
              <a:ln>
                <a:noFill/>
              </a:ln>
              <a:solidFill>
                <a:srgbClr val="FFFFFF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Кіріспе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371599"/>
            <a:ext cx="9601200" cy="36576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US" sz="20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Полиморфизм</a:t>
            </a: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- объектілі-бағдарланған бағдарламалаудағы негізгі принциптердің бірі. Ол әртүрлі объектілерге бірдей әдісті қолдануға мүмкіндік береді, бірақ әр объект әдісті өзіне тән жолмен жүзеге асырады. PHP-де полиморфизм </a:t>
            </a:r>
            <a:r>
              <a:rPr lang="en-US" sz="2000" b="1" i="1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Мұрагерлік</a:t>
            </a: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, </a:t>
            </a:r>
            <a:r>
              <a:rPr lang="en-US" sz="2000" b="1" i="1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интерфейстер</a:t>
            </a: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және </a:t>
            </a:r>
            <a:r>
              <a:rPr lang="en-US" sz="2000" b="1" i="1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абстракт</a:t>
            </a: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кластар арқылы қолданылады.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US" sz="21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Мысалы: </a:t>
            </a:r>
            <a:r>
              <a:rPr lang="en-US" sz="2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егер біз әртүрлі жануарлардың дыбысын шығаратын бағдарламаны жазғымыз келсе, әр жануар үшін жеке код жазудың орнына, бір әдісті әртүрлі класстарда қайта қолдана аламыз.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endParaRPr lang="en-US" sz="10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/>
            <a:r>
              <a:rPr lang="en-US"/>
              <a:t>Полиморфизм дегеніміз не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371599"/>
            <a:ext cx="9601200" cy="685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US" sz="21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Анықтама: </a:t>
            </a:r>
            <a:r>
              <a:rPr lang="en-US" sz="2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бірдей әдісті әртүрлі объектілер әртүрлі жүзеге асыра алады.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2286000"/>
            <a:ext cx="9372600" cy="29718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US" sz="22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Түрлері: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Подтиптік полиморфизм - бір ата-аналық кластан туындаған объектілер.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Параметрлік полиморфизм - әдістер әртүрлі типтегі деректермен жұмыс істей алады.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Перегрузка әдістері - PHP-де нақты қолдауы жоқ, бірақ шартты түрде жүзеге асыруға болады.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endParaRPr lang="en-US" sz="10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1371599"/>
            <a:ext cx="2971800" cy="3886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&lt;?php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Animal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makeSound()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echo "Дауыс\n";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Dog extends Animal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makeSound()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echo "Шар\n";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7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3" name="Title 2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/>
            <a:r>
              <a:rPr lang="en-US"/>
              <a:t>Мұрагерлік арқылы полиморфизм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96000" y="1371599"/>
            <a:ext cx="3304800" cy="3886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Cat extends Animal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makeSound()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echo "Мысық\n";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function playSound(Animal $animal)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$animal-&gt;makeSound();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playSound(new Dog()); // Шар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playSound(new Cat()); // Мысық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799" y="1371599"/>
            <a:ext cx="3657600" cy="36576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US" sz="21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Түсініктеме: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</a:pPr>
            <a:r>
              <a:rPr lang="en-US" sz="2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playSound функциясы әртүрлі жануар объектілерімен жұмыс істей алады. Бұл  - подтиптік полиморфизм мысалы.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/>
            <a:r>
              <a:rPr lang="en-US"/>
              <a:t>Интерфейстер арқылы полиморфизм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371599"/>
            <a:ext cx="2514600" cy="3886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&lt;?php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interface Logger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log(string $message);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FileLogger implements Logger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log(string $message)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echo "Файлға жазылды: $message\n";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2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199" y="1371599"/>
            <a:ext cx="3429000" cy="36576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2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DatabaseLogger implements Logger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log(string $message)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echo "Дерекқорға жазылды: $message\n";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function writeLog(Logger $logger, string $message)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$logger-&gt;log($message);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writeLog(new FileLogger(), "Сынақ хабар");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writeLog(new DatabaseLogger(), "Сынақ хабар");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?&gt;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1600200"/>
            <a:ext cx="3004200" cy="32004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1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Түсініктеме: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Интерфейсті жүзеге асыратын кез келген класс writeLog функциясында қолданылуы мүмкін. Бұл әдіс кодтың икемділігін арттырады.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/>
            <a:r>
              <a:rPr lang="en-US"/>
              <a:t>Абстракт кластар арқылы полиморфизм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1371599"/>
            <a:ext cx="3200400" cy="37414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Rectangle extends Shape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private $width, $height;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__construct($width, $height)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$this-&gt;width = $width;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$this-&gt;height = $height;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area()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return $this-&gt;width * $this-&gt;height;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$shapes = [new Circle(5), new Rectangle(4, 6)];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foreach ($shapes as $shape)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echo $shape-&gt;area() . "\n";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?&gt;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371599"/>
            <a:ext cx="2743199" cy="37414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&lt;?php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abstract class Shape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abstract public function area();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Circle extends Shape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private $radius;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__construct($radius)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$this-&gt;radius = $radius;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area()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return pi() * $this-&gt;radius ** 2;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05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6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6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29400" y="1600200"/>
            <a:ext cx="3200400" cy="36576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1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Түсініктеме: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Әртүрлі фигуралар area әдісін әртүрлі есептейді, бірақ олармен жұмыс бірдей. Бұл абстракт кластар арқылы полиморфизм мысалы.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/>
            <a:r>
              <a:rPr lang="en-US"/>
              <a:t>Полиморфизмнің артықшылықтары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600200"/>
            <a:ext cx="9437400" cy="36143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1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Кодтың икемділігі: </a:t>
            </a:r>
            <a:r>
              <a:rPr lang="en-US" sz="2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бір функция бірнеше объектімен жұмыс істей алады.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1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Қайта қолданылуы: </a:t>
            </a:r>
            <a:r>
              <a:rPr lang="en-US" sz="2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кодты бірнеше жерде қайта жазбай қолдануға болады.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1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Қолдау жеңілдігі: </a:t>
            </a:r>
            <a:r>
              <a:rPr lang="en-US" sz="2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жаңа класс қосқанда ескі кодты өзгерту қажет емес.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1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Жаңа функционал қосу: </a:t>
            </a:r>
            <a:r>
              <a:rPr lang="en-US" sz="21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жүйеге жаңа функцияларды оңай енгізуге болады.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endParaRPr lang="en-US" sz="10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/>
            <a:r>
              <a:rPr lang="en-US"/>
              <a:t>Практикалық қолдану салалары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0560" y="1460519"/>
            <a:ext cx="9489240" cy="379727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8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Логтау (Logging): </a:t>
            </a:r>
            <a:r>
              <a:rPr lang="en-US" sz="2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әртүрлі логгерлерді бір интерфейс арқылы қолдану.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8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Объектілермен жұмыс:</a:t>
            </a:r>
            <a:r>
              <a:rPr lang="en-US" sz="2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әртүрлі объектілерді бір функция арқылы өңдеу.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8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Жобалау үлгілері:</a:t>
            </a:r>
            <a:r>
              <a:rPr lang="en-US" sz="2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Strategy, Factory, Observer.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endParaRPr lang="en-US" sz="10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/>
            <a:r>
              <a:rPr lang="en-US"/>
              <a:t>Қысқа қосымша мысалдар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760" y="1435320"/>
            <a:ext cx="5385240" cy="382247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&lt;?php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function printData(array|string $data)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if (is_array($data))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foreach ($data as $item) echo $item . "\n";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 else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echo $data . "\n";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printData("Сәлем");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printData(["Бір", "Екі", "Үш"]);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?&gt;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399" y="3886200"/>
            <a:ext cx="4475520" cy="9144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0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Түсініктеме: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Бір әдіс әртүрлі типтегі деректерді басып шығара алады.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/>
            <a:r>
              <a:rPr lang="en-US"/>
              <a:t>Перегрузка имитациясы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517760"/>
            <a:ext cx="5029200" cy="35114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&lt;?php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Calculator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sum(...$numbers)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return array_sum($numbers);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$calc = new Calculator();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echo $calc-&gt;sum(1, 2);       // 3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echo $calc-&gt;sum(1, 2, 3, 4); // 10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?&gt;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0" y="3200400"/>
            <a:ext cx="4572000" cy="16002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0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Түсініктеме: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0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PHP-де нақты перегрузка жоқ, бірақ ...$numbers арқылы әртүрлі аргументтерді қабылдауға болады.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/>
            <a:r>
              <a:rPr lang="en-US"/>
              <a:t>Полиморфизм қайда қолданылады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080" y="1298880"/>
            <a:ext cx="9228600" cy="395892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Полиморфизмді тек бағдарламалаудағы теория деп ойлауға болмайды. Ол нақты өмірде де бар.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2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Мысалы: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Бізде </a:t>
            </a:r>
            <a:r>
              <a:rPr lang="en-US" sz="2200" b="1" i="1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“көлік”</a:t>
            </a:r>
            <a:r>
              <a:rPr lang="en-US" sz="2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деген ұғым бар. Көліктің түрлері көп - жеңіл көлік, автобус, мотоцикл. Барлығы қозғала алады, бірақ әрқайсысы өз әдісімен жүреді.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Бағдарламада да осылай - бірдей әдіс (мысалы, </a:t>
            </a:r>
            <a:r>
              <a:rPr lang="en-US" sz="22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move()</a:t>
            </a:r>
            <a:r>
              <a:rPr lang="en-US" sz="2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немесе start()) әртүрлі объектілерде әртүрлі жұмыс істейді.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endParaRPr lang="en-US" sz="10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/>
            <a:r>
              <a:rPr lang="en-US"/>
              <a:t>Полиморфизм қайда қолданылады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00" y="685799"/>
            <a:ext cx="3657600" cy="48006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2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Bike extends Vehicle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move()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echo "Мотоцикл қозғалып келеді.\n";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$vehicles = [new Car(), new Bike()];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foreach ($vehicles as $v)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$v-&gt;move();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4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?&gt;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1371599"/>
            <a:ext cx="2971800" cy="4354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&lt;?php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Vehicle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move()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echo "Көлік қозғалды.\n";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Car extends Vehicle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move()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echo "Машина жолмен жүріп барады.\n";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5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2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0" y="3300120"/>
            <a:ext cx="2971800" cy="17290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18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Түсініктеме: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Бірдей move() әдісі бар, бірақ әр көлік оны өз тәсілімен орындайды.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/>
            <a:r>
              <a:rPr lang="en-US"/>
              <a:t>Неліктен полиморфизм маңызды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480" y="1515600"/>
            <a:ext cx="9794520" cy="685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16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Полиморфизм бағдарламаны жеңіл әрі ыңғайлы етеді.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16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Төмендегі себептер соны дәлелдейді: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360" y="2185200"/>
            <a:ext cx="9788040" cy="2700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16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Код қысқарады.</a:t>
            </a:r>
            <a:r>
              <a:rPr lang="en-US" sz="16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Бір функция арқылы бірнеше объектіні өңдей аламыз.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16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Түсінікті болады. </a:t>
            </a:r>
            <a:r>
              <a:rPr lang="en-US" sz="16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Бағдарламаны оқыған адамға логика бірден көрінеді.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16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Қайта жазудың қажеті жоқ. </a:t>
            </a:r>
            <a:r>
              <a:rPr lang="en-US" sz="16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Егер жаңа класс қосылса, ескі код өзгермейді.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16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Жүйе кеңейеді.</a:t>
            </a:r>
            <a:r>
              <a:rPr lang="en-US" sz="16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Керек болса, жаңа объект қосып, бәрін өзгеріссіз қалдыруға болады.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endParaRPr lang="en-US" sz="10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/>
            <a:r>
              <a:rPr lang="en-US"/>
              <a:t>Неліктен полиморфизм маңызды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" y="1479599"/>
            <a:ext cx="9570240" cy="685799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16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Қарапайым мысал: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16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Мектеп жүйесінде мұғалімдер мен оқушылар бар. Екеуі де “адам” деген ортақ класстан туындайды.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2472119"/>
            <a:ext cx="3526200" cy="278568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&lt;?php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Human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info()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echo "Бұл адам.\n";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Teacher extends Human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info()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echo "Бұл мұғалім.\n";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18800" y="2286000"/>
            <a:ext cx="3429000" cy="32004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class Student extends Human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public function info()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    echo "Бұл оқушы.\n";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$people = [new Teacher(), new Student()];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foreach ($people as $p) {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    $p-&gt;info();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}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3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?&gt;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2514600"/>
            <a:ext cx="2743199" cy="25146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18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Нәтиже: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18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Бағдарлама “адам” типін ғана біледі, бірақ нақты кім екенін (мұғалім не оқушы) өзі анықтайды.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/>
            <a:r>
              <a:rPr lang="en-US"/>
              <a:t>Қорытынды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9451080" cy="3429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r>
              <a:rPr lang="en-US" sz="2200" b="1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Полиморфизм - </a:t>
            </a:r>
            <a:r>
              <a:rPr lang="en-US" sz="2200" b="0" i="0" u="none" strike="noStrike" kern="1200" cap="none">
                <a:ln>
                  <a:noFill/>
                </a:ln>
                <a:solidFill>
                  <a:srgbClr val="2C3E50"/>
                </a:solidFill>
                <a:latin typeface="Noto Sans" pitchFamily="34"/>
                <a:ea typeface="DejaVu Sans" pitchFamily="2"/>
                <a:cs typeface="DejaVu Sans" pitchFamily="2"/>
              </a:rPr>
              <a:t>объектілі-бағдарланған бағдарламалаудағы маңызды принцип. Ол бірдей әдісті әртүрлі объектілерде әртүрлі орындауға мүмкіндік береді. PHP-де ол мұрагерлік, интерфейстер және абстракт кластар арқылы іске асады. Бұл тәсіл кодты қысқартып, түсінікті және кеңейтуге ыңғайлы етеді. Полиморфизм бағдарламаны икемді әрі тиімді қылады.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1000"/>
            </a:pPr>
            <a:endParaRPr lang="en-US" sz="10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 idx="4294967295"/>
          </p:nvPr>
        </p:nvSpPr>
        <p:spPr>
          <a:xfrm>
            <a:off x="360000" y="225720"/>
            <a:ext cx="9360000" cy="720000"/>
          </a:xfrm>
        </p:spPr>
        <p:txBody>
          <a:bodyPr vert="horz"/>
          <a:lstStyle/>
          <a:p>
            <a:pPr lvl="0" algn="ctr"/>
            <a:r>
              <a:rPr lang="en-US"/>
              <a:t>Пайдаланылған әдебиеттер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00200"/>
            <a:ext cx="6172200" cy="228600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ctr" anchorCtr="0" compatLnSpc="0">
            <a:noAutofit/>
          </a:bodyPr>
          <a:lstStyle/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SzPct val="100000"/>
              <a:buAutoNum type="arabicPeriod"/>
              <a:tabLst/>
              <a:defRPr sz="2000"/>
            </a:pPr>
            <a:r>
              <a:rPr lang="en-US" sz="2000" b="1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rgbClr val="FFFFFF"/>
                </a:highlight>
                <a:latin typeface="Noto Sans" pitchFamily="34"/>
                <a:ea typeface="DejaVu Sans" pitchFamily="2"/>
                <a:cs typeface="DejaVu Sans" pitchFamily="2"/>
              </a:rPr>
              <a:t> Википедия</a:t>
            </a:r>
            <a:r>
              <a:rPr lang="en-US" sz="20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rgbClr val="FFFFFF"/>
                </a:highlight>
                <a:latin typeface="Noto Sans" pitchFamily="34"/>
                <a:ea typeface="DejaVu Sans" pitchFamily="2"/>
                <a:cs typeface="DejaVu Sans" pitchFamily="2"/>
              </a:rPr>
              <a:t>. https://ru.wikipedia.org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SzPct val="100000"/>
              <a:buAutoNum type="arabicPeriod"/>
              <a:tabLst/>
              <a:defRPr sz="2000"/>
            </a:pPr>
            <a:r>
              <a:rPr lang="en-US" sz="2000" b="1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DejaVu Sans" pitchFamily="2"/>
              </a:rPr>
              <a:t> PHP.net</a:t>
            </a:r>
            <a:r>
              <a:rPr lang="en-US" sz="20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DejaVu Sans" pitchFamily="2"/>
              </a:rPr>
              <a:t> </a:t>
            </a:r>
            <a:r>
              <a:rPr lang="en-US" sz="20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rgbClr val="FFFFFF"/>
                </a:highlight>
                <a:latin typeface="Noto Sans" pitchFamily="34"/>
                <a:ea typeface="DejaVu Sans" pitchFamily="2"/>
                <a:cs typeface="DejaVu Sans" pitchFamily="2"/>
              </a:rPr>
              <a:t>https://www.php.net/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SzPct val="100000"/>
              <a:buAutoNum type="arabicPeriod"/>
              <a:tabLst/>
              <a:defRPr sz="2000"/>
            </a:pPr>
            <a:r>
              <a:rPr lang="en-US" sz="2000" b="1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DejaVu Sans" pitchFamily="2"/>
              </a:rPr>
              <a:t> Tproger.ru.</a:t>
            </a:r>
            <a:r>
              <a:rPr lang="en-US" sz="2000" b="0" i="0" u="none" strike="noStrike" kern="1200" cap="none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Noto Sans" pitchFamily="34"/>
                <a:ea typeface="DejaVu Sans" pitchFamily="2"/>
                <a:cs typeface="DejaVu Sans" pitchFamily="2"/>
              </a:rPr>
              <a:t> https://tproger.ru</a:t>
            </a:r>
          </a:p>
          <a:p>
            <a:pPr marL="0" marR="0" lvl="0" indent="0" algn="l" rtl="0" hangingPunct="1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/>
              <a:defRPr sz="2000"/>
            </a:pPr>
            <a:endParaRPr lang="en-US" sz="2000" b="0" i="0" u="none" strike="noStrike" kern="1200" cap="none">
              <a:ln>
                <a:noFill/>
              </a:ln>
              <a:solidFill>
                <a:srgbClr val="2C3E50"/>
              </a:solidFill>
              <a:latin typeface="Noto Sans" pitchFamily="34"/>
              <a:ea typeface="DejaVu Sans" pitchFamily="2"/>
              <a:cs typeface="DejaVu Sans" pitchFamily="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Midnightblu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idnightblu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idnightblu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1233</Words>
  <Application>Microsoft Office PowerPoint</Application>
  <PresentationFormat>Widescreen</PresentationFormat>
  <Paragraphs>229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DejaVu Sans</vt:lpstr>
      <vt:lpstr>Noto Sans</vt:lpstr>
      <vt:lpstr>Midnightblue</vt:lpstr>
      <vt:lpstr>Midnightblue1</vt:lpstr>
      <vt:lpstr>Midnightblue2</vt:lpstr>
      <vt:lpstr>PHP-дегі Полиморфизм</vt:lpstr>
      <vt:lpstr>Кіріспе</vt:lpstr>
      <vt:lpstr>Полиморфизм дегеніміз не</vt:lpstr>
      <vt:lpstr>Мұрагерлік арқылы полиморфизм</vt:lpstr>
      <vt:lpstr>Интерфейстер арқылы полиморфизм</vt:lpstr>
      <vt:lpstr>Абстракт кластар арқылы полиморфизм</vt:lpstr>
      <vt:lpstr>Полиморфизмнің артықшылықтары</vt:lpstr>
      <vt:lpstr>Практикалық қолдану салалары</vt:lpstr>
      <vt:lpstr>Қысқа қосымша мысалдар</vt:lpstr>
      <vt:lpstr>Перегрузка имитациясы</vt:lpstr>
      <vt:lpstr>Полиморфизм қайда қолданылады</vt:lpstr>
      <vt:lpstr>Полиморфизм қайда қолданылады</vt:lpstr>
      <vt:lpstr>Неліктен полиморфизм маңызды</vt:lpstr>
      <vt:lpstr>Неліктен полиморфизм маңызды</vt:lpstr>
      <vt:lpstr>Қорытынды</vt:lpstr>
      <vt:lpstr>Пайдаланылған әдебиеттер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Midnightblue</dc:title>
  <cp:lastModifiedBy>Convertio</cp:lastModifiedBy>
  <cp:revision>41</cp:revision>
  <dcterms:created xsi:type="dcterms:W3CDTF">2025-11-12T14:11:39Z</dcterms:created>
  <dcterms:modified xsi:type="dcterms:W3CDTF">2025-11-12T10:59:02Z</dcterms:modified>
</cp:coreProperties>
</file>